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7561263" cy="1069181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3" d="100"/>
          <a:sy n="53" d="100"/>
        </p:scale>
        <p:origin x="-2558" y="-58"/>
      </p:cViewPr>
      <p:guideLst>
        <p:guide orient="horz" pos="3367"/>
        <p:guide pos="2381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567095" y="3321394"/>
            <a:ext cx="6427074" cy="2291810"/>
          </a:xfr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134190" y="6058694"/>
            <a:ext cx="5292884" cy="2732352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 smtClean="0"/>
              <a:t>Clique para editar o estilo do subtítulo mestre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4C9E67-B972-4202-BADF-1998A7C6623D}" type="datetimeFigureOut">
              <a:rPr lang="pt-BR" smtClean="0"/>
              <a:t>11/08/2026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825407-11E3-45E2-B756-3AEE9A95307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070368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4C9E67-B972-4202-BADF-1998A7C6623D}" type="datetimeFigureOut">
              <a:rPr lang="pt-BR" smtClean="0"/>
              <a:t>11/08/2026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825407-11E3-45E2-B756-3AEE9A95307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212929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97287" y="6870482"/>
            <a:ext cx="6427074" cy="2123513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597287" y="4531647"/>
            <a:ext cx="6427074" cy="2338833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4C9E67-B972-4202-BADF-1998A7C6623D}" type="datetimeFigureOut">
              <a:rPr lang="pt-BR" smtClean="0"/>
              <a:t>11/08/2026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825407-11E3-45E2-B756-3AEE9A95307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958996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312429" y="2494759"/>
            <a:ext cx="2750147" cy="705610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3188595" y="2494759"/>
            <a:ext cx="2751460" cy="705610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4C9E67-B972-4202-BADF-1998A7C6623D}" type="datetimeFigureOut">
              <a:rPr lang="pt-BR" smtClean="0"/>
              <a:t>11/08/2026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825407-11E3-45E2-B756-3AEE9A95307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262954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78064" y="428168"/>
            <a:ext cx="6805137" cy="1781969"/>
          </a:xfrm>
        </p:spPr>
        <p:txBody>
          <a:bodyPr/>
          <a:lstStyle>
            <a:lvl1pPr>
              <a:defRPr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378063" y="2393284"/>
            <a:ext cx="3340871" cy="99740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378063" y="3390691"/>
            <a:ext cx="3340871" cy="616016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3841018" y="2393284"/>
            <a:ext cx="3342183" cy="99740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3841018" y="3390691"/>
            <a:ext cx="3342183" cy="616016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4C9E67-B972-4202-BADF-1998A7C6623D}" type="datetimeFigureOut">
              <a:rPr lang="pt-BR" smtClean="0"/>
              <a:t>11/08/2026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825407-11E3-45E2-B756-3AEE9A95307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274380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4C9E67-B972-4202-BADF-1998A7C6623D}" type="datetimeFigureOut">
              <a:rPr lang="pt-BR" smtClean="0"/>
              <a:t>11/08/2026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825407-11E3-45E2-B756-3AEE9A95307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667414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4C9E67-B972-4202-BADF-1998A7C6623D}" type="datetimeFigureOut">
              <a:rPr lang="pt-BR" smtClean="0"/>
              <a:t>11/08/2026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825407-11E3-45E2-B756-3AEE9A95307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20580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78065" y="425693"/>
            <a:ext cx="2487603" cy="181166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2956244" y="425695"/>
            <a:ext cx="4226956" cy="9125166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378065" y="2237363"/>
            <a:ext cx="2487603" cy="731349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4C9E67-B972-4202-BADF-1998A7C6623D}" type="datetimeFigureOut">
              <a:rPr lang="pt-BR" smtClean="0"/>
              <a:t>11/08/2026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825407-11E3-45E2-B756-3AEE9A95307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618617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482060" y="7484269"/>
            <a:ext cx="4536758" cy="88356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482060" y="955333"/>
            <a:ext cx="4536758" cy="6415088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482060" y="8367830"/>
            <a:ext cx="4536758" cy="125480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4C9E67-B972-4202-BADF-1998A7C6623D}" type="datetimeFigureOut">
              <a:rPr lang="pt-BR" smtClean="0"/>
              <a:t>11/08/2026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825407-11E3-45E2-B756-3AEE9A95307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093899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4C9E67-B972-4202-BADF-1998A7C6623D}" type="datetimeFigureOut">
              <a:rPr lang="pt-BR" smtClean="0"/>
              <a:t>11/08/2026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825407-11E3-45E2-B756-3AEE9A95307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525796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4534134" y="428171"/>
            <a:ext cx="1405923" cy="9122690"/>
          </a:xfrm>
        </p:spPr>
        <p:txBody>
          <a:bodyPr vert="eaVert"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312427" y="428171"/>
            <a:ext cx="4095684" cy="9122690"/>
          </a:xfrm>
        </p:spPr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4C9E67-B972-4202-BADF-1998A7C6623D}" type="datetimeFigureOut">
              <a:rPr lang="pt-BR" smtClean="0"/>
              <a:t>11/08/2026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825407-11E3-45E2-B756-3AEE9A95307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789141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378064" y="428168"/>
            <a:ext cx="6805137" cy="17819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378064" y="2494759"/>
            <a:ext cx="6805137" cy="70561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378064" y="9909729"/>
            <a:ext cx="1764295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4C9E67-B972-4202-BADF-1998A7C6623D}" type="datetimeFigureOut">
              <a:rPr lang="pt-BR" smtClean="0"/>
              <a:t>11/08/2026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2583432" y="9909729"/>
            <a:ext cx="2394400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5418906" y="9909729"/>
            <a:ext cx="1764295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25407-11E3-45E2-B756-3AEE9A95307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495581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561263" cy="10691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37486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561263" cy="10691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37786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561263" cy="10691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579392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Personalizar</PresentationFormat>
  <Paragraphs>0</Paragraphs>
  <Slides>3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3</vt:i4>
      </vt:variant>
    </vt:vector>
  </HeadingPairs>
  <TitlesOfParts>
    <vt:vector size="4" baseType="lpstr">
      <vt:lpstr>Tema do Office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cliente</dc:creator>
  <cp:lastModifiedBy>cliente</cp:lastModifiedBy>
  <cp:revision>1</cp:revision>
  <dcterms:created xsi:type="dcterms:W3CDTF">2026-08-11T16:33:23Z</dcterms:created>
  <dcterms:modified xsi:type="dcterms:W3CDTF">2026-08-11T16:33:24Z</dcterms:modified>
</cp:coreProperties>
</file>